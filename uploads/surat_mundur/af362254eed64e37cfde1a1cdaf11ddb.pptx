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D39B-B8DD-D342-3906-8C4D43B13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DAC7C-5B10-E170-37DC-F81A2FF246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B1B8C-1D92-412A-16EE-CB1434426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7D768-DCB1-221F-48C1-74579F6C5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5835C-22EF-1EA5-979F-4540FD0C6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2208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F3DE-715B-1F54-25C7-F80B3497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BEFFC-BA70-CF31-414B-B4DB87E32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F3AEF2-9D82-3A64-3C64-574F320B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2A917-2A9E-8D60-3DA1-6BB07F78B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E337F-AC32-28F6-A4B9-084D9A37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0951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54A25-A782-5E66-4623-7191CDDFC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48DC0-539B-D4B9-D6F8-D767AE34A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C52F8-5202-D57C-EE33-F3DF103BD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0AA3C-8F02-0336-7FD9-101D6156D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D87D0-D581-F497-5847-299B88C5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841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0BC85-BBB5-300B-6A71-0C1C510DC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64C7B-CAB9-B987-E010-4EA7233DAF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133601-EE52-221E-4D90-ECDD84FD74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1BB70-1833-9606-6C81-4CBB4DCD7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DFFD0-CD46-714B-8F82-14EF9145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F5134-0B42-6D41-8471-C1BFCB0C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1043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367EC-CD60-3687-70C9-0F7B2CC6E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0CA50-A43F-5F54-A4D6-DF546BFB4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A611A-C747-99EC-B48C-F38DAFD9F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48F1AF-E601-03BD-63D7-269F4022B5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E7C3D-C174-46AF-D262-86B933007D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5533D1-E143-5E42-3BD5-2281384DE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A83824-281A-F090-ABDD-6B8E37535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F553BD-82E9-7D87-3467-1ACE609C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6850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DC0B-DE30-CBA8-550A-FEC4EFBE7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2A9247-B691-47CD-5579-8B273613F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6C8277-7897-35D1-B9FD-B4B752A0A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C9248-F31E-D397-37E7-F13E2EECA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71829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D44E2F-0695-BC5B-97D9-5F12B8522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AF381-BE54-7941-6057-50DA7B140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BFA4A-D802-E8EC-69BB-46F5B20C1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508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80A7-E348-D83F-960F-116E3CB99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C87B1-14CE-B20B-54C0-54804781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213BD-D349-7D10-2131-19F246435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F9C46-3732-696D-6246-5051F7718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D4C71-BBB2-1EBA-B0C4-C63140953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F47A0-3DDA-55F9-0A48-3CDB33D9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9214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1DCC-68FB-73F3-30A1-F6BC77864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0E0315-050E-3B5F-0C0D-87DE6EA9E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090A4-B7EE-AA89-25D1-D302EEEAA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FC9C0-B464-AB42-20F0-68C657BD7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F59C3-0CB6-8941-D321-6C6BD7E95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BBFF4-CFB8-6BA3-21CD-1A0F043B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808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B27DA-006A-B456-2917-6939BE04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DF73C-E48E-EDBE-8560-7D87D316C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73C3A-5F9C-965D-561A-DBA63FE91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42C6A-5225-3338-5BA9-2BDA339E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3D7EB-8193-783B-4E16-23C5E9BE2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3402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CDE618-DB4F-F398-B817-BDC88BA5E6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5BC62-7E38-17F8-EB22-F15B75B74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FE745-E5FC-6F98-4E84-C37A54A2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A534D-9A68-4150-8EC6-8B65B5BB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C89C-FE20-552F-C9F8-ED8272917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363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778E0-9FC0-4696-D573-30E150F1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AD416-E629-F701-98A0-20561157B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503AF-7345-EC0C-BDB1-F36E8556E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D97654-674C-4750-9E6D-9C51CF21CADD}" type="datetimeFigureOut">
              <a:rPr lang="en-ID" smtClean="0"/>
              <a:t>03/08/2026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F8ECA-BF5D-81C3-93F2-CD2EA3C2B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89B0D-F4B2-20FA-A03A-361E4CD25B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500A8B-3F29-4CC8-9027-214F89F8322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2255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246ED2-A0BE-32F3-18C8-1C9BA85C3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04" y="895193"/>
            <a:ext cx="5143946" cy="3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6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Hasiholan Quality</dc:creator>
  <cp:lastModifiedBy>Hasiholan Quality</cp:lastModifiedBy>
  <cp:revision>1</cp:revision>
  <dcterms:created xsi:type="dcterms:W3CDTF">2026-08-03T03:40:32Z</dcterms:created>
  <dcterms:modified xsi:type="dcterms:W3CDTF">2026-08-03T03:42:50Z</dcterms:modified>
</cp:coreProperties>
</file>